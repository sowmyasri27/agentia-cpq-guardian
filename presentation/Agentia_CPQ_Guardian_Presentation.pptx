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A41"/>
                </a:solidFill>
                <a:latin typeface="Aptos Display"/>
              </a:defRPr>
            </a:pPr>
            <a:r>
              <a:t>Agentia CPQ Guardian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1143000" cy="54864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374150"/>
                </a:solidFill>
                <a:latin typeface="Aptos"/>
              </a:defRPr>
            </a:pPr>
            <a:r>
              <a:t>AI-assisted quality checks for telecom B2C CPQ configuration</a:t>
            </a:r>
          </a:p>
          <a:p>
            <a:pPr>
              <a:spcAft>
                <a:spcPts val="1800"/>
              </a:spcAft>
              <a:defRPr sz="2200">
                <a:solidFill>
                  <a:srgbClr val="374150"/>
                </a:solidFill>
                <a:latin typeface="Aptos"/>
              </a:defRPr>
            </a:pPr>
            <a:r>
              <a:t>Copado Agentia™ Headless Virtual Hackathon</a:t>
            </a:r>
          </a:p>
          <a:p>
            <a:pPr>
              <a:spcAft>
                <a:spcPts val="1800"/>
              </a:spcAft>
              <a:defRPr sz="2200">
                <a:solidFill>
                  <a:srgbClr val="374150"/>
                </a:solidFill>
                <a:latin typeface="Aptos"/>
              </a:defRPr>
            </a:pPr>
            <a:r>
              <a:t>Prototype status: offline reference implementation; Agentia integration is a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t>Agentia CPQ Guardian  |  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41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1143000" cy="54864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Telecom product catalogs include bundles, required components, and incompatible add-ons.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Manual review can miss configuration defects until quote, cart, or order validation.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Teams need repeatable checks with evidence that developers and product owners can act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t>Agentia CPQ Guardian  |  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41"/>
                </a:solidFill>
                <a:latin typeface="Aptos Display"/>
              </a:defRPr>
            </a:pPr>
            <a:r>
              <a:t>The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1143000" cy="54864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Input: normalized catalog snapshot and proposed configuration change.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Validate: deterministic rules check required products, unknown references, and incompatibilities.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Report: severity, affected product IDs, evidence, and suggested next steps.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Optional agent layer can explain findings and draft regression tests; human review remains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t>Agentia CPQ Guardian  |  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41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1143000" cy="54864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Catalog snapshot + change request (JSON)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Input validation → deterministic rule engine → prioritized findings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JSON report for developer review or a future CI quality gate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Planned extension: supported Agentia runtime and read-only Salesforce catalog adapter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Only the offline rule engine is implemented in this package.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t>Agentia CPQ Guardian  |  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41"/>
                </a:solidFill>
                <a:latin typeface="Aptos Display"/>
              </a:defRPr>
            </a:pPr>
            <a:r>
              <a:t>Demo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1143000" cy="54864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Fictional bundle HOME_STARTER requires BROADBAND_MODEM.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BASIC_VIDEO and PREMIUM_VIDEO are mutually incompatible.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The sample change omits the modem and selects both video tiers.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Expected findings: MISSING_REQUIRED_PRODUCT and INCOMPATIBLE_PRODUCTS.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A valid configuration with the modem and voice add-on should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t>Agentia CPQ Guardian  |  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41"/>
                </a:solidFill>
                <a:latin typeface="Aptos Display"/>
              </a:defRPr>
            </a:pPr>
            <a:r>
              <a:t>Trust and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1143000" cy="54864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Deterministic rules are the source of truth; AI-generated explanations are advisory.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No production Salesforce writes; sample data is fictional.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Five automated tests passed in the prepared local validation run.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Next evaluation: seeded-defect detection, precision, runtime, and reviewer usefulness.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t>Agentia CPQ Guardian  |  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41"/>
                </a:solidFill>
                <a:latin typeface="Aptos Display"/>
              </a:defRPr>
            </a:pPr>
            <a:r>
              <a:t>Impact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1143000" cy="54864"/>
          </a:xfrm>
          <a:prstGeom prst="rect">
            <a:avLst/>
          </a:prstGeom>
          <a:solidFill>
            <a:srgbClr val="3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Goal: catch catalog defects earlier and make review more repeatable.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Integrate with the actual supported Agentia workflow.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Add an approved, read-only Salesforce catalog adapter and broader rule coverage.</a:t>
            </a:r>
          </a:p>
          <a:p>
            <a:pPr>
              <a:spcAft>
                <a:spcPts val="1800"/>
              </a:spcAft>
              <a:defRPr sz="2000">
                <a:solidFill>
                  <a:srgbClr val="374150"/>
                </a:solidFill>
                <a:latin typeface="Aptos"/>
              </a:defRPr>
            </a:pPr>
            <a:r>
              <a:t>•  Evaluate on an approved anonymized test set before making measured impact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t>Agentia CPQ Guardian  |  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